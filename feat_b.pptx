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guides.org" TargetMode="External"/><Relationship Id="rId2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0" y="91440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0" y="2743200"/>
            <a:ext cx="1828800" cy="914400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4572000"/>
            <a:ext cx="1828800" cy="914400"/>
          </a:xfrm>
          <a:prstGeom prst="roundRect">
            <a:avLst>
              <a:gd name="adj" fmla="val 10000"/>
            </a:avLst>
          </a:prstGeom>
          <a:ln w="15875">
            <a:solidFill>
              <a:srgbClr val="9CC3C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601200" y="91440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etiqueta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601200" y="1828800"/>
            <a:ext cx="1828800" cy="1097280"/>
          </a:xfrm>
          <a:prstGeom prst="diamond">
            <a:avLst/>
          </a:prstGeom>
          <a:solidFill>
            <a:srgbClr val="E3F4F6"/>
          </a:solidFill>
          <a:ln w="19050">
            <a:solidFill>
              <a:srgbClr val="0E7C86"/>
            </a:solidFill>
            <a:prstDash val="solid"/>
          </a:ln>
        </p:spPr>
      </p:sp>
      <p:pic>
        <p:nvPicPr>
          <p:cNvPr id="9" name="Image 0" descr="assets/bg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01200" y="3657600"/>
            <a:ext cx="18288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2026-09-30T02:26:36Z</dcterms:created>
  <dcterms:modified xsi:type="dcterms:W3CDTF">2026-09-30T02:26:36Z</dcterms:modified>
</cp:coreProperties>
</file>