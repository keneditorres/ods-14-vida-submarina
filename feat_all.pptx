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" TargetMode="External"/><Relationship Id="rId1" Type="http://schemas.openxmlformats.org/officeDocument/2006/relationships/image" Target="../media/Slide-1-image-1.jpeg"/><Relationship Id="rId3" Type="http://schemas.openxmlformats.org/officeDocument/2006/relationships/image" Target="../media/image-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2700">
            <a:solidFill>
              <a:srgbClr val="2EC4C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914400"/>
            <a:ext cx="0" cy="18288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oval"/>
          </a:ln>
        </p:spPr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ash"/>
            <a:tailEnd type="open"/>
          </a:ln>
        </p:spPr>
      </p:sp>
      <p:sp>
        <p:nvSpPr>
          <p:cNvPr id="7" name="Text 5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EC4C9">
                    <a:alpha val="28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8" name="Shape 6"/>
          <p:cNvSpPr/>
          <p:nvPr/>
        </p:nvSpPr>
        <p:spPr>
          <a:xfrm>
            <a:off x="5486400" y="2743200"/>
            <a:ext cx="1828800" cy="182880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0" y="91440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2743200"/>
            <a:ext cx="1828800" cy="914400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4572000"/>
            <a:ext cx="1828800" cy="914400"/>
          </a:xfrm>
          <a:prstGeom prst="roundRect">
            <a:avLst>
              <a:gd name="adj" fmla="val 10000"/>
            </a:avLst>
          </a:prstGeom>
          <a:ln w="15875">
            <a:solidFill>
              <a:srgbClr val="9CC3C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9601200" y="91440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etiqueta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601200" y="1828800"/>
            <a:ext cx="1828800" cy="1097280"/>
          </a:xfrm>
          <a:prstGeom prst="diamond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16" name="Image 0" descr="assets/bg_da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01200" y="3657600"/>
            <a:ext cx="1828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2026-09-30T02:26:35Z</dcterms:created>
  <dcterms:modified xsi:type="dcterms:W3CDTF">2026-09-30T02:26:35Z</dcterms:modified>
</cp:coreProperties>
</file>