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crumguides.org" TargetMode="External"/><Relationship Id="rId1" Type="http://schemas.openxmlformats.org/officeDocument/2006/relationships/image" Target="../media/Slide-1-image-1.jpeg"/><Relationship Id="rId3" Type="http://schemas.openxmlformats.org/officeDocument/2006/relationships/image" Target="../media/image-1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2743200" cy="0"/>
          </a:xfrm>
          <a:prstGeom prst="line">
            <a:avLst/>
          </a:prstGeom>
          <a:noFill/>
          <a:ln w="12700">
            <a:solidFill>
              <a:srgbClr val="2EC4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914400"/>
            <a:ext cx="9144" cy="18288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 flipV="1">
            <a:off x="2743200" y="1828800"/>
            <a:ext cx="1828800" cy="914400"/>
          </a:xfrm>
          <a:prstGeom prst="line">
            <a:avLst/>
          </a:prstGeom>
          <a:noFill/>
          <a:ln w="19050">
            <a:solidFill>
              <a:srgbClr val="0B2A45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14400" y="3657600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tailEnd type="oval"/>
          </a:ln>
        </p:spPr>
      </p:sp>
      <p:sp>
        <p:nvSpPr>
          <p:cNvPr id="6" name="Shape 4"/>
          <p:cNvSpPr/>
          <p:nvPr/>
        </p:nvSpPr>
        <p:spPr>
          <a:xfrm>
            <a:off x="914400" y="4114800"/>
            <a:ext cx="18288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ash"/>
            <a:tailEnd type="open"/>
          </a:ln>
        </p:spPr>
      </p:sp>
      <p:sp>
        <p:nvSpPr>
          <p:cNvPr id="7" name="Text 5"/>
          <p:cNvSpPr txBox="1"/>
          <p:nvPr/>
        </p:nvSpPr>
        <p:spPr>
          <a:xfrm>
            <a:off x="4572000" y="9144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rgbClr val="2EC4C9"/>
                </a:solidFill>
              </a:rPr>
              <a:t>01</a:t>
            </a:r>
            <a:endParaRPr lang="en-US" sz="12000" dirty="0"/>
          </a:p>
        </p:txBody>
      </p:sp>
      <p:sp>
        <p:nvSpPr>
          <p:cNvPr id="8" name="Shape 6"/>
          <p:cNvSpPr/>
          <p:nvPr/>
        </p:nvSpPr>
        <p:spPr>
          <a:xfrm>
            <a:off x="5486400" y="2743200"/>
            <a:ext cx="1828800" cy="1828800"/>
          </a:xfrm>
          <a:prstGeom prst="ellipse">
            <a:avLst/>
          </a:prstGeom>
          <a:ln w="12700">
            <a:solidFill>
              <a:srgbClr val="2EC4C9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914400" y="5486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15200" y="914400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B1D2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0" y="2743200"/>
            <a:ext cx="1828800" cy="914400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4572000"/>
            <a:ext cx="1828800" cy="914400"/>
          </a:xfrm>
          <a:prstGeom prst="roundRect">
            <a:avLst>
              <a:gd name="adj" fmla="val 10000"/>
            </a:avLst>
          </a:prstGeom>
          <a:ln w="15875">
            <a:solidFill>
              <a:srgbClr val="9CC3CF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9601200" y="914400"/>
            <a:ext cx="18288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etiqueta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9601200" y="1828800"/>
            <a:ext cx="1828800" cy="1097280"/>
          </a:xfrm>
          <a:prstGeom prst="diamond">
            <a:avLst/>
          </a:prstGeom>
          <a:solidFill>
            <a:srgbClr val="E3F4F6"/>
          </a:solidFill>
          <a:ln w="19050">
            <a:solidFill>
              <a:srgbClr val="0E7C86"/>
            </a:solidFill>
            <a:prstDash val="solid"/>
          </a:ln>
        </p:spPr>
      </p:sp>
      <p:pic>
        <p:nvPicPr>
          <p:cNvPr id="16" name="Image 0" descr="assets/bg_dark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601200" y="3657600"/>
            <a:ext cx="18288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2026-09-30T02:26:59Z</dcterms:created>
  <dcterms:modified xsi:type="dcterms:W3CDTF">2026-09-30T02:26:59Z</dcterms:modified>
</cp:coreProperties>
</file>