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0"/>
          </a:xfrm>
          <a:prstGeom prst="line">
            <a:avLst/>
          </a:prstGeom>
          <a:noFill/>
          <a:ln w="12700">
            <a:solidFill>
              <a:srgbClr val="2EC4C9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2026-09-30T02:26:59Z</dcterms:created>
  <dcterms:modified xsi:type="dcterms:W3CDTF">2026-09-30T02:26:59Z</dcterms:modified>
</cp:coreProperties>
</file>