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0"/>
          </a:xfrm>
          <a:prstGeom prst="line">
            <a:avLst/>
          </a:prstGeom>
          <a:noFill/>
          <a:ln w="12700">
            <a:solidFill>
              <a:srgbClr val="2EC4C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914400"/>
            <a:ext cx="0" cy="18288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2743200" y="1828800"/>
            <a:ext cx="1828800" cy="9144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14400" y="36576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oval"/>
          </a:ln>
        </p:spPr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ash"/>
            <a:tailEnd type="open"/>
          </a:ln>
        </p:spPr>
      </p:sp>
      <p:sp>
        <p:nvSpPr>
          <p:cNvPr id="7" name="Text 5"/>
          <p:cNvSpPr txBox="1"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2EC4C9">
                    <a:alpha val="28000"/>
                  </a:srgbClr>
                </a:solidFill>
              </a:rPr>
              <a:t>01</a:t>
            </a:r>
            <a:endParaRPr lang="en-US" sz="12000" dirty="0"/>
          </a:p>
        </p:txBody>
      </p:sp>
      <p:sp>
        <p:nvSpPr>
          <p:cNvPr id="8" name="Shape 6"/>
          <p:cNvSpPr/>
          <p:nvPr/>
        </p:nvSpPr>
        <p:spPr>
          <a:xfrm>
            <a:off x="5486400" y="2743200"/>
            <a:ext cx="1828800" cy="182880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2026-09-30T02:26:36Z</dcterms:created>
  <dcterms:modified xsi:type="dcterms:W3CDTF">2026-09-30T02:26:36Z</dcterms:modified>
</cp:coreProperties>
</file>