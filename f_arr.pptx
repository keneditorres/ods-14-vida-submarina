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657600"/>
            <a:ext cx="1828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oval"/>
          </a:ln>
        </p:spPr>
      </p:sp>
      <p:sp>
        <p:nvSpPr>
          <p:cNvPr id="3" name="Shape 1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ash"/>
            <a:tailEnd type="open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2026-09-30T02:27:20Z</dcterms:created>
  <dcterms:modified xsi:type="dcterms:W3CDTF">2026-09-30T02:27:20Z</dcterms:modified>
</cp:coreProperties>
</file>