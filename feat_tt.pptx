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0" y="9144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2EC4C9">
                    <a:alpha val="28000"/>
                  </a:srgbClr>
                </a:solidFill>
              </a:rPr>
              <a:t>01</a:t>
            </a:r>
            <a:endParaRPr lang="en-US" sz="1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2026-09-30T02:27:00Z</dcterms:created>
  <dcterms:modified xsi:type="dcterms:W3CDTF">2026-09-30T02:27:00Z</dcterms:modified>
</cp:coreProperties>
</file>